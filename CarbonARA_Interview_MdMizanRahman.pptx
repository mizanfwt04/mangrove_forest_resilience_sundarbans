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seconds. Thank the panel. One-line hook: I study hidden loss of carbon sink strength in tropical forests using long-term field data fused with Earth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Show you know CarbonARA rationale. Mention Martin Wooster / ESA / INPE / UFOPA collaboration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Emphasise what YOU did, not only team achievements.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This is your strongest CarbonARA-relevant result. Stress mechanistic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Point to figure placeholder — insert kNDVI map or AC1 map from your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Replace bracketed figure with your actual Amazon map. Be honest: satellite pilot, not Amazon fieldwork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Position yourself as ready to validate satellite products — core RA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Don't read the list — highlight 2–3 most relevant to carbon stability and 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Show you've read the CarbonARA website. Mention learning from team on eddy covariance &amp; fire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Required slide per interview instructions. Justify why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Shows you understand scale mismatch problem central to CarbonARA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End confidently. Prepare 2–3 questions for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B5E20"/>
                </a:solidFill>
              </a:defRPr>
            </a:pPr>
            <a:r>
              <a:t>CarbonARA Research Associate Interview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Md Mizanur Rahman, PhD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When tropical forests look stable but stop sequestering carbon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King's College London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Why this matters: Amazon &amp; the Global Stocktake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CEOS identifies the Amazon as a potential near-term tipping point for terrestrial carbon emissions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Eastern Amazon (Pará, Santarém): evidence of weakening sink and dry-season carbon dynamics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Large uncertainty remains in CO₂, CH₄, and N₂O fluxes across land covers and fire regimes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CarbonARA: integrated ground, airborne, and satellite campaign to close this gap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My research directly targets: when and where forests lose carbon sink function before cover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My background &amp; relevant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PhD Forest &amp; Biomaterials Science, Kyoto University (2019)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15+ years tropical forest carbon, biodiversity, and remote sensing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Research Fellow, PolyU (2024–present): mangrove resilience, UAV/TLS, GeoAI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Postdoctoral work: HKU (RGC Fellow), HKUST Guangzhou — carbon accounting &amp; ML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NASA GSFC Visiting Fellow (2016); collaborations with US Forest Service, Bangladesh Forest Dept.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20+ peer-reviewed papers | h-index 14 | 1,450+ citations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My role: lead analyst, field campaign leader, pipeline developer, lead/corresponding author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Long-term field carbon programme — Sundarbans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 i="1">
                <a:solidFill>
                  <a:srgbClr val="2E7D32"/>
                </a:solidFill>
              </a:defRPr>
            </a:pPr>
            <a:r>
              <a:t>13-year | 150 permanent plots | world's largest contiguous mangrove forest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Quantified above- and below-ground carbon pools across salinity and vegetation zones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Led / coordinated field inventory: tree DBH, species, soil cores, traits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Repeated measurements reveal carbon dynamics beyond snapshot stock estimates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Key finding — Hidden sink degradation: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~23% of plots shifted to net carbon sources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Persistent forest cover — sink loss not visible from cover change alone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Structural equation models: hydro-climatic stress → species/trait change → carbon loss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My role: designed analysis, integrated 68 GEE hydro-climatic indices, led SEM &amp;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Resilience &amp; stability from satellite time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Framework: MODIS kNDVI (2000–2024) → STL decomposition → perturbation detection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Recovery dynamics: exponential fit, perturbation frequency, disturbance indices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Critical slowing down: sliding-window AC1 (λ) and variance — early warning signals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Published: Rahman et al. 2026, Communications Earth &amp; Environment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Functional composition (canopy height, SLA) strongest resilience drivers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~10–15% of Sundarbans area shows declining resilience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My role: coded full pipeline (Python/R), lead author, SEM framework, spatial mapping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CarbonARA link: same logic applicable to SIF, VOD, thermal + tower flux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Tropical Forest Carbon Stability — including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 i="1">
                <a:solidFill>
                  <a:srgbClr val="2E7D32"/>
                </a:solidFill>
              </a:defRPr>
            </a:pPr>
            <a:r>
              <a:t>Multi-biome extension of the same reproducible pipeline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Project: Tropical_forest_carbon_stability (Sundarbans + Amazon)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Amazon: applied stability/resilience metrics to tropical terra firme forest landscapes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Same workflow: long-term vegetation time series → perturbation → AC1/λ → stability class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Compares regions losing recovery capacity despite structurally intact canopy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Different stressors (cyclones vs drought/fire) — shared mechanism: carbon-climate feedback risk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My role: extended pipeline to Amazon AOI, processed satellite stacks, spatial interpretation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[INSERT FIGURE: Amazon stability map + study area inset]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Direct relevance: eastern Amazon transition zone targeted by CarbonARA (Santarém, Pará)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Multi-sensor Earth observation &amp; validation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E7D32"/>
                </a:solidFill>
              </a:defRPr>
            </a:pPr>
            <a:r>
              <a:t>Data &amp; methods I use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Optical: Landsat 5–8, Sentinel-2, MODIS, PlanetScope, WorldView-2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Radar: Sentinel-1, TanDEM-X; canopy height from GEDI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Platforms: Google Earth Engine, Python, R, ENVI, SNAP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Analytics: ML (XGBoost, RF), SEM (lavaan), time-series decomposition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Proximal: UAV (HK certified), terrestrial LiDAR, hyperspectral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Global product experience: mangrove soil carbon map (Sanderman et al. 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E7D32"/>
                </a:solidFill>
              </a:defRPr>
            </a:pPr>
            <a:r>
              <a:t>CarbonARA measurements I can work with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Tower fluxes: CO₂, CH₄ (LICOR), energy balance (IRGASON)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Vegetation: FLoX (SIF), L-band radiometer &amp; GNSS (VOD)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Thermal: KT15 LST radiometers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Airborne: BAS Twin Otter — SIF, methane hyperspectral, in-situ GHGs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Satellites: Sentinel-2/3/5P, FLEX, BIOMASS, MicroCarb, MetOp/IASI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Fire: mobile roving sensors for smoke &amp; particulates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Selected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Rahman et al. (2026) Comms Earth &amp; Environ. — mangrove resilience, kNDVI, SEM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Rahman et al. (2024) Global Change Biology — functional composition &amp; ecosystem function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Rahman et al. (2021) Nature Communications — co-benefits of mangrove protection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Rahman et al. (2019) Remote Sens. Ecol. Conserv. — high-res carbon mapping (WV-2, TanDEM-X)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Sanderman et al. (2018) Env. Res. Lett. — global mangrove soil carbon (co-author)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In preparation: multidecadal carbon mapping; dominant species &amp; climate effects on sequestration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Where I fit in CarbonARA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E7D32"/>
                </a:solidFill>
              </a:defRPr>
            </a:pPr>
            <a:r>
              <a:t>What I bring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Tropical forest carbon ecology &amp; long-term inventory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EO time-series, resilience metrics, ML &amp; SEM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Reproducible geospatial pipelines (GEE, Python, R)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Field + proximal sensing (inventory, drone, TLS)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International collaboration &amp; scientific writing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Willing to travel to Brazil; available from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E7D32"/>
                </a:solidFill>
              </a:defRPr>
            </a:pPr>
            <a:r>
              <a:t>CarbonARA science themes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(I) Landscape-scale (non-fire) GHG fluxes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(II) Vegetation processes &amp; carbon storage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(III) Fire magnitude, emissions &amp; impact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(IV) Satellite product calibration &amp; validation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Study area: 100×100 km Santarém, Pará</a:t>
            </a:r>
          </a:p>
          <a:p>
            <a:pPr>
              <a:spcAft>
                <a:spcPts val="600"/>
              </a:spcAft>
              <a:defRPr sz="1600">
                <a:solidFill>
                  <a:srgbClr val="263238"/>
                </a:solidFill>
              </a:defRPr>
            </a:pPr>
            <a:r>
              <a:t>Sites: LBA Tapajós KM67 (primary) + UFOPA (secondary)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Science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 i="1">
                <a:solidFill>
                  <a:srgbClr val="2E7D32"/>
                </a:solidFill>
              </a:defRPr>
            </a:pPr>
            <a:r>
              <a:t>Can integrated SIF, VOD, and thermal observations detect sink degradation before flux towers record net carbon loss?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Gap: Forests can remain structurally intact while losing sink strength — hard to detect from cover or biomass maps alone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Importance: eastern Amazon may be approaching sink-to-source transition; early warning supports climate policy &amp; modelling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CarbonARA data to address this: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FLoX (SIF) + L-band radiometer &amp; GNSS (VOD) + KT15 (LST) at tower sites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Continuous CO₂ fluxes at Tapajós KM67 (primary) vs UFOPA (secondary)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Airborne SIF/thermal + Sentinel-3 SLSTR for landscape scaling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Approach: test whether physiological/structural stress signals precede flux reversal — building on my hidden sink degradation &amp; AC1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Science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 i="1">
                <a:solidFill>
                  <a:srgbClr val="2E7D32"/>
                </a:solidFill>
              </a:defRPr>
            </a:pPr>
            <a:r>
              <a:t>How do primary vs secondary forest differ in landscape-scale CO₂ and CH₄ exchange, and can airborne–tower fusion reduce satellite upscaling errors?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Gap: Single flux towers cannot represent heterogeneous 100×100 km mosaics of intact, degraded, and agricultural land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Importance: CH₄ and CO₂ budgets differ strongly by land cover; upscaling errors bias Global Stocktake assessments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CarbonARA data to address this: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Paired towers: primary (Tapajós) vs secondary/degraded (UFOPA) — CO₂, CH₄, energy balance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BAS Twin Otter in-situ GHG sampling + Telops methane hyperspectral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Sentinel-5P TROPOMI (CH₄, CO) &amp; MicroCarb (CO₂) for validation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   • Sentinel-2 land-cover stratification within the AOO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Approach: stratified upscaling model linking my carbon-stability classes to flux observations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What I would contribute as Research Associate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Process &amp; QC harmonised tower, airborne, and satellite datasets for the Santarém domain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Lead analyses linking vegetation structure, SIF/VOD/thermal signals, and carbon flux dynamics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Extend my tropical carbon-stability framework using CarbonARA's unique co-located measurements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Support satellite validation (FLEX, BIOMASS, S5P, MicroCarb) and manuscript preparation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Collaborate with INPE, UFOPA, BAS, and NCEO teams; contribute to ESA deliverables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Available from 1 July 2026 | committed to fieldwork in Brazil &amp; researcher development at King's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Thank you — I welcome your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